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adaptable training deck, not evidence that a consulting desk has been deployed. Read it with §50.3 after its public reconciliation. Local policy, queue, and schedule are adopter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on-duty tester owns the contact and continuity; peers help when the question demands more expertise. Do not imply a fully staffed team sits on consulting. New engagements and scope expansion follow their own intake.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existing issue record before asking for information already provided. Distinguish a clarification, evidence question, retest/closure request, governance request, new engagement, and sensitive external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reply is a service action, not a script. It should answer the actual question, preserve claim bounds, route policy and risk decisions to their owners, and leave a trace in the approved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Escalation is a trained and exercised support system. The on-duty tester remains accountable for acknowledgement and handoff, while the right authority makes the decision. Local roles and contacts must be filled in by the adopter.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 do not defend the severity reflexively, and do not accept a false-positive claim without checking. Peer review the identity and request evidence. If the finding is unsupported, correct it transparently.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 avoid saying the one test proved enterprise-wide exposure. The closing conversation can surface the broader question, but another owner and evidence path decide its footprint.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 no silent external disclosure. Acknowledgement can precede verification; the first substantive artifact follows approval, redaction, and released-copy custody. This is not a reason to ignore the requester.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mailbox, queue, and retest/closure intake under shared visibility. Rotation staffing must flex for engagements and time off; a handoff identifies anything unacknowledged or at risk of being missed. The adopter chooses hours and response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design space, not a claim that an AI agent or automation is deployed. A small team with low volume and strong vulnerability-management partners may use a rotation; larger demand can justify dedicated staffing. Local load and service quality determine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" y="1051560"/>
            <a:ext cx="82296" cy="4480560"/>
          </a:xfrm>
          <a:prstGeom prst="rect">
            <a:avLst>
              <a:gd name="adj" fmla="val 133333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02412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0"/>
            <a:ext cx="9875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Rotation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69848" y="3419856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on-duty tester at the front door; a whole practice behind the answer.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9848" y="618134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0B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public template · fictional examples only · adapt locally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BOUNDARY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desk has two connected jobs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358384" cy="4233672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34440"/>
            <a:ext cx="64008" cy="4233672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SUPPORT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929384"/>
            <a:ext cx="4864608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a finding. Explain test evidence and general remediation direction. Clarify the retest question and route the next action.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6208" y="1234440"/>
            <a:ext cx="5358384" cy="4233672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234440"/>
            <a:ext cx="64008" cy="4233672"/>
          </a:xfrm>
          <a:prstGeom prst="rect">
            <a:avLst>
              <a:gd name="adj" fmla="val 171429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SUPPORT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929384"/>
            <a:ext cx="4864608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 technical evidence, scope and reports. Back up the on-duty tester on urgent or difficult work.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58247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new-test intake, a policy-approval desk, or a shortcut around the issue record.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TRIAGE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before you answer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2011680" cy="360273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69164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77393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414016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being asked?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43784" y="1508760"/>
            <a:ext cx="2011680" cy="360273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088" y="169164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177393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26664" y="2414016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finding / record?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93208" y="1508760"/>
            <a:ext cx="2011680" cy="360273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9512" y="169164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177393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76088" y="2414016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evidence exists?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42632" y="1508760"/>
            <a:ext cx="2011680" cy="360273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169164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07224" y="177393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25512" y="2414016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decision?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592056" y="1508760"/>
            <a:ext cx="2011680" cy="360273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38360" y="169164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56648" y="177393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74936" y="2414016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next?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6656" y="57332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 a new test or a broader scope, route it to engagement intake—not the consulting queue.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ANATOMY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reply has five parts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060704"/>
            <a:ext cx="1100023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060704"/>
            <a:ext cx="73152" cy="786384"/>
          </a:xfrm>
          <a:prstGeom prst="rect">
            <a:avLst>
              <a:gd name="adj" fmla="val 150000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17043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017520" y="1170432"/>
            <a:ext cx="8110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question was received.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1100023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993392"/>
            <a:ext cx="73152" cy="786384"/>
          </a:xfrm>
          <a:prstGeom prst="rect">
            <a:avLst>
              <a:gd name="adj" fmla="val 150000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103120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17520" y="2103120"/>
            <a:ext cx="8110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existing finding and exact evidence.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" y="2926080"/>
            <a:ext cx="1100023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926080"/>
            <a:ext cx="73152" cy="786384"/>
          </a:xfrm>
          <a:prstGeom prst="rect">
            <a:avLst>
              <a:gd name="adj" fmla="val 150000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03580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017520" y="3035808"/>
            <a:ext cx="8110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technical explanation you can support.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94360" y="3858768"/>
            <a:ext cx="1100023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858768"/>
            <a:ext cx="73152" cy="786384"/>
          </a:xfrm>
          <a:prstGeom prst="rect">
            <a:avLst>
              <a:gd name="adj" fmla="val 150000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968496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017520" y="3968496"/>
            <a:ext cx="8110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you cannot decide or what remains untested.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94360" y="4791456"/>
            <a:ext cx="1100023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791456"/>
            <a:ext cx="73152" cy="786384"/>
          </a:xfrm>
          <a:prstGeom prst="rect">
            <a:avLst>
              <a:gd name="adj" fmla="val 150000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4901184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017520" y="4901184"/>
            <a:ext cx="8110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action, owner, and destination.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SUPPORT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on-duty tester should not stand alone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3547872" cy="423367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88720"/>
            <a:ext cx="64008" cy="4233672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1732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883664"/>
            <a:ext cx="305409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method, complete evidence, clear scope, no new decision authority.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5112" y="1188720"/>
            <a:ext cx="3547872" cy="423367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188720"/>
            <a:ext cx="64008" cy="4233672"/>
          </a:xfrm>
          <a:prstGeom prst="rect">
            <a:avLst>
              <a:gd name="adj" fmla="val 171429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141732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REVIEW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81144" y="1883664"/>
            <a:ext cx="305409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 reproduction, report quality, unfamiliar technology, conflicting evidence.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55864" y="1188720"/>
            <a:ext cx="3547872" cy="423367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1188720"/>
            <a:ext cx="64008" cy="4233672"/>
          </a:xfrm>
          <a:prstGeom prst="rect">
            <a:avLst>
              <a:gd name="adj" fmla="val 171429"/>
            </a:avLst>
          </a:prstGeom>
          <a:solidFill>
            <a:srgbClr val="E7786A"/>
          </a:solidFill>
          <a:ln w="12700">
            <a:solidFill>
              <a:srgbClr val="E778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41732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11896" y="1883664"/>
            <a:ext cx="305409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release, urgent safety/incident concern, policy or risk approval, cross-team ownership.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" y="5806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second opinion and the route used—not just the name of the person you asked.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 · “I think this is a false positive”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358384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34440"/>
            <a:ext cx="64008" cy="4343400"/>
          </a:xfrm>
          <a:prstGeom prst="rect">
            <a:avLst>
              <a:gd name="adj" fmla="val 171429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929384"/>
            <a:ext cx="4864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owner disputes a reported access-control issue. The original screenshot is ambiguous; the repro step may use the wrong account.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6208" y="1234440"/>
            <a:ext cx="5358384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234440"/>
            <a:ext cx="64008" cy="4343400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NEXT MOVE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929384"/>
            <a:ext cx="4864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Acknowledge. Re-open protected evidence. Ask a peer to review role and request context. State what is and is not confirmed. Correct the record if needed.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 · “Who fixes the shared component?”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358384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34440"/>
            <a:ext cx="64008" cy="4343400"/>
          </a:xfrm>
          <a:prstGeom prst="rect">
            <a:avLst>
              <a:gd name="adj" fmla="val 171429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929384"/>
            <a:ext cx="4864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tested application and several other teams use the same component. The owner asks the desk to assign enterprise-wide remediation.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6208" y="1234440"/>
            <a:ext cx="5358384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234440"/>
            <a:ext cx="64008" cy="4343400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NEXT MOVE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929384"/>
            <a:ext cx="4864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tested instance and evidence. Invite the relevant security and business partners to the owner discussion. Route broad-pattern ownership and scope through local governance.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3 · “Send the report to this auditor”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358384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34440"/>
            <a:ext cx="64008" cy="4343400"/>
          </a:xfrm>
          <a:prstGeom prst="rect">
            <a:avLst>
              <a:gd name="adj" fmla="val 171429"/>
            </a:avLst>
          </a:prstGeom>
          <a:solidFill>
            <a:srgbClr val="E7786A"/>
          </a:solidFill>
          <a:ln w="12700">
            <a:solidFill>
              <a:srgbClr val="E778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929384"/>
            <a:ext cx="4864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requester claims an urgent external audit need and asks for the full report and reproduction details by email.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6208" y="1234440"/>
            <a:ext cx="5358384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234440"/>
            <a:ext cx="64008" cy="4343400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NEXT MOVE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929384"/>
            <a:ext cx="4864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without attaching. Verify requester, purpose, classification, and approval path. Route disclosure through the authorized owner; log exactly what is released.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CONTINUITY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is part of the answer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197864"/>
            <a:ext cx="3547872" cy="433425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97864"/>
            <a:ext cx="64008" cy="4334256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2646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892808"/>
            <a:ext cx="305409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came in? Which record and owner? What is the response clock locally?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5112" y="1197864"/>
            <a:ext cx="3547872" cy="433425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197864"/>
            <a:ext cx="64008" cy="4334256"/>
          </a:xfrm>
          <a:prstGeom prst="rect">
            <a:avLst>
              <a:gd name="adj" fmla="val 171429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142646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81144" y="1892808"/>
            <a:ext cx="305409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checked? Who reviewed it? What is pending from whom?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55864" y="1197864"/>
            <a:ext cx="3547872" cy="433425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1197864"/>
            <a:ext cx="64008" cy="4334256"/>
          </a:xfrm>
          <a:prstGeom prst="rect">
            <a:avLst>
              <a:gd name="adj" fmla="val 171429"/>
            </a:avLst>
          </a:prstGeom>
          <a:solidFill>
            <a:srgbClr val="E7786A"/>
          </a:solidFill>
          <a:ln w="12700">
            <a:solidFill>
              <a:srgbClr val="E778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42646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/ ROUTED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11896" y="1892808"/>
            <a:ext cx="305409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answer went out? What next action and destination were named?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" y="58155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rotation is one staffed front door with team backup—not a string of private DMs.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the desk to the load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5358384" cy="4261104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88720"/>
            <a:ext cx="64008" cy="4261104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1732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HUMAN BAR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883664"/>
            <a:ext cx="4864608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judgment, peer challenge, sensitive disclosure, high-consequence escalation, and the final answer remain accountable.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6208" y="1188720"/>
            <a:ext cx="5358384" cy="4261104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188720"/>
            <a:ext cx="64008" cy="4261104"/>
          </a:xfrm>
          <a:prstGeom prst="rect">
            <a:avLst>
              <a:gd name="adj" fmla="val 171429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1732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WITH EVIDENCE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883664"/>
            <a:ext cx="4864608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classification, duplicate detection, record lookup, draft assembly, SLA visibility, and handoff can assist—but require source checks, redaction, and human disposition.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579729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whether questions are resolved well—not simply how many replies were sent.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Rob Hunter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40.11 · Consulting Rotation — public training</dc:title>
  <dc:subject>A visual companion to the §50.3 consulting guide</dc:subject>
  <dc:creator>Rob Hunter Labs</dc:creator>
  <cp:lastModifiedBy>Rob Hunter Labs</cp:lastModifiedBy>
  <cp:revision>1</cp:revision>
  <dcterms:created xsi:type="dcterms:W3CDTF">2026-10-22T03:26:23Z</dcterms:created>
  <dcterms:modified xsi:type="dcterms:W3CDTF">2026-10-22T03:26:23Z</dcterms:modified>
</cp:coreProperties>
</file>